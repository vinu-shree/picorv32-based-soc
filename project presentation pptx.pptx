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4AC59-89F5-952C-633B-0D72892272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8A3667-F299-DF4B-BAC6-1F1EF6230D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6CE176-DDCD-58F0-F67F-05E357FC8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45A2D-16C5-4A85-BE6F-C62B8E667428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3B35E1-1CD2-1573-8963-D055ADC7C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FD1AE4-5793-6AF6-0F7E-A63ED4336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48AA7-BD68-40D5-8C81-5C1894197E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96092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25CCC-F198-D078-21D9-EE976CCC8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E4A82F-CD0E-C604-1A67-6F8C7930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5140C3-F066-E83E-DDA4-A3D8944D3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45A2D-16C5-4A85-BE6F-C62B8E667428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C6585D-E396-696B-2D0D-EA8DCA873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41AB93-B08E-DCB3-D78C-DE6ED03D5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48AA7-BD68-40D5-8C81-5C1894197E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1057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52AC6-CC4C-8ECA-BAFF-BFAFF08D0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3C6AA5-C85E-49C4-5A9E-6EBB264916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FD8268-FE57-739C-D0B9-6F4B094A4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45A2D-16C5-4A85-BE6F-C62B8E667428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6CE557-CC70-04AF-5513-9FD26B168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FBECD-3E65-E3C3-63C3-022C947FD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48AA7-BD68-40D5-8C81-5C1894197E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52216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1EF19-E09A-32C3-B152-1C8B404E6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3CB22F-474B-7D67-DBE4-3A17A57105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6EA134-51A4-A3EC-840B-57DCA7873B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8F552D-3871-6C0F-62A0-A3690A7E9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45A2D-16C5-4A85-BE6F-C62B8E667428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A7C5A9-E0AD-3821-2CAC-40F15424E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9BC883-8D65-0DA8-9B40-1A8C5B768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48AA7-BD68-40D5-8C81-5C1894197E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52247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C0D00-A28F-301A-454A-72ABA44C1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DE5C41-0E55-F1F4-F49D-561C243CA8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BB202-F175-6E3D-5D25-6E4E7DF383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F9D369-619D-DB32-32A6-B0E1531118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69103A-0294-7118-452C-B843B7BA61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C8F250-67E5-961A-F4A5-5986BECAA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45A2D-16C5-4A85-BE6F-C62B8E667428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09EF73-2BE1-E385-CE49-3380B6BF0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853C26-D136-A05A-D1DD-1FBC61DA0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48AA7-BD68-40D5-8C81-5C1894197E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19765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8BE4A-12D4-2820-78FC-F93DE0949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44F6CB-42E3-90E6-4BBF-A786ED54B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45A2D-16C5-4A85-BE6F-C62B8E667428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B27CD2-5694-81FA-F66D-416FF508D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2B5409-1BB6-DA68-82BD-0C7F799FC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48AA7-BD68-40D5-8C81-5C1894197E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3754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57435E-972C-0877-1C52-614662E9F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45A2D-16C5-4A85-BE6F-C62B8E667428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73BA4A-9901-7BC7-C5CF-E32ABA001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454CEF-309F-C531-0878-03EAD8BD6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48AA7-BD68-40D5-8C81-5C1894197E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5062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E9D00-F967-EB86-3F1D-72EE3FF02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C9428-8725-A266-A752-294462FE2B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2CD3B2-4C37-D051-843D-498CCF1191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43288C-530F-7252-8D7F-0FBA86142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45A2D-16C5-4A85-BE6F-C62B8E667428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33FF0C-57A9-6DE0-8955-2FBD12B7F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A63D1A-A86A-C911-256A-8CF34D15F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48AA7-BD68-40D5-8C81-5C1894197E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4461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926E4-0C2E-0551-B09D-E974D2DC3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F09F9E-91C8-8D1F-6A49-433A3A43A9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83C08B-1F1C-CA76-7C91-732CF93C4B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EE6D83-C1A6-DB53-5D8B-7EFD5E917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45A2D-16C5-4A85-BE6F-C62B8E667428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A6D8D1-5652-F7D2-F9B8-A24430F04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B63280-1B47-52C2-AE6F-C6B86D4BE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48AA7-BD68-40D5-8C81-5C1894197E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82579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0E0E2-7842-E232-5A4F-0DDCBD84E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C26EFF-D1BD-89B7-1814-F4D91D76E1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E599B8-8A71-ECB7-98BB-03DB401EE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45A2D-16C5-4A85-BE6F-C62B8E667428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ABFEF6-DFCF-D996-4AC2-D7E67F95A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B74DFF-A4CE-3CBC-1114-9CFA7D1D1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48AA7-BD68-40D5-8C81-5C1894197E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69114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DD73F8-3EE7-716B-EC4B-02CE7CC974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8A45C9-C626-C2CB-B5BD-059F052ADE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E115AA-85CD-2D3B-C548-59259C208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45A2D-16C5-4A85-BE6F-C62B8E667428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9D685E-4165-5077-1339-247918E64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6924F6-7461-3FE4-4C6C-AECF9E26B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48AA7-BD68-40D5-8C81-5C1894197E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9753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33B139-09BD-6CB5-F019-0F0F0F1C3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8D1252-1E44-2945-5D33-513FCDD65E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639026-F4AA-87A0-459C-5C2B7E35BA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845A2D-16C5-4A85-BE6F-C62B8E667428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552D73-B6FC-B508-7443-F37ACFB947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EF385C-34E8-8805-CBFB-EB9FCCAFE8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D48AA7-BD68-40D5-8C81-5C1894197E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1473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F2429-BDFC-60E4-5948-03F17FB29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5440" y="782342"/>
            <a:ext cx="9245599" cy="823913"/>
          </a:xfrm>
        </p:spPr>
        <p:txBody>
          <a:bodyPr>
            <a:no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KARAVALI INSTITUTE OF TECNOLOGY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E80922-6334-6782-0578-B6390B20A1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5275" y="1696303"/>
            <a:ext cx="9519524" cy="2558732"/>
          </a:xfrm>
        </p:spPr>
        <p:txBody>
          <a:bodyPr>
            <a:normAutofit/>
          </a:bodyPr>
          <a:lstStyle/>
          <a:p>
            <a:pPr algn="ctr"/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ELECTRONICS AND COMMUNICATION ENGINEERING</a:t>
            </a:r>
          </a:p>
          <a:p>
            <a:pPr algn="ctr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 PROJECT PRESENTATION </a:t>
            </a:r>
          </a:p>
          <a:p>
            <a:pPr algn="ctr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</a:p>
          <a:p>
            <a:pPr algn="ctr"/>
            <a:r>
              <a:rPr lang="en-IN" sz="2000" dirty="0">
                <a:solidFill>
                  <a:schemeClr val="accent1"/>
                </a:solidFill>
              </a:rPr>
              <a:t>“ PicoRV-32 BASED SoC “</a:t>
            </a:r>
          </a:p>
          <a:p>
            <a:pPr algn="ctr"/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BABE1D-B9C7-5B16-C4DC-8B36E4A9E4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94348" y="4277359"/>
            <a:ext cx="4270692" cy="1930401"/>
          </a:xfrm>
        </p:spPr>
        <p:txBody>
          <a:bodyPr>
            <a:normAutofit fontScale="62500" lnSpcReduction="20000"/>
          </a:bodyPr>
          <a:lstStyle/>
          <a:p>
            <a:pPr marL="0" indent="0">
              <a:lnSpc>
                <a:spcPct val="115000"/>
              </a:lnSpc>
              <a:spcAft>
                <a:spcPts val="800"/>
              </a:spcAft>
              <a:buNone/>
              <a:defRPr/>
            </a:pPr>
            <a:r>
              <a:rPr lang="en-IN" kern="100" dirty="0">
                <a:solidFill>
                  <a:prstClr val="black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UNDER THE GUIDANCE OF:</a:t>
            </a:r>
          </a:p>
          <a:p>
            <a:pPr marL="0" indent="0">
              <a:lnSpc>
                <a:spcPct val="115000"/>
              </a:lnSpc>
              <a:spcAft>
                <a:spcPts val="800"/>
              </a:spcAft>
              <a:buNone/>
              <a:defRPr/>
            </a:pPr>
            <a:r>
              <a:rPr lang="en-US" b="1" kern="0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Cordia New" panose="020B0304020202020204" pitchFamily="34" charset="-34"/>
              </a:rPr>
              <a:t>Dr. Ravi M. K,</a:t>
            </a:r>
            <a:endParaRPr lang="en-IN" kern="100" dirty="0">
              <a:solidFill>
                <a:prstClr val="black"/>
              </a:solidFill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Aft>
                <a:spcPts val="800"/>
              </a:spcAft>
              <a:buNone/>
              <a:defRPr/>
            </a:pPr>
            <a:r>
              <a:rPr lang="en-IN" kern="100" dirty="0">
                <a:solidFill>
                  <a:prstClr val="black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professor</a:t>
            </a:r>
            <a:r>
              <a:rPr lang="en-IN" b="1" kern="100" dirty="0">
                <a:solidFill>
                  <a:prstClr val="black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ECE</a:t>
            </a:r>
            <a:endParaRPr lang="en-IN" b="1" kern="100" dirty="0">
              <a:solidFill>
                <a:prstClr val="black"/>
              </a:solidFill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Aft>
                <a:spcPts val="800"/>
              </a:spcAft>
              <a:buNone/>
              <a:defRPr/>
            </a:pPr>
            <a:r>
              <a:rPr lang="en-IN" kern="100" dirty="0">
                <a:solidFill>
                  <a:prstClr val="black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KIT, Mangalore</a:t>
            </a:r>
            <a:endParaRPr lang="en-IN" kern="100" dirty="0">
              <a:solidFill>
                <a:prstClr val="black"/>
              </a:solidFill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11A22F-6AFB-2CF4-68B3-3963F9EED9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756006" y="4255035"/>
            <a:ext cx="4185920" cy="2674304"/>
          </a:xfrm>
        </p:spPr>
        <p:txBody>
          <a:bodyPr>
            <a:normAutofit fontScale="62500" lnSpcReduction="20000"/>
          </a:bodyPr>
          <a:lstStyle/>
          <a:p>
            <a:pPr marL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kern="100" dirty="0">
                <a:solidFill>
                  <a:prstClr val="black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PRESENTED BY:</a:t>
            </a:r>
          </a:p>
          <a:p>
            <a:pPr marL="0" indent="0" algn="just"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kern="100" dirty="0">
                <a:solidFill>
                  <a:prstClr val="black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Mr. Siddesh S </a:t>
            </a:r>
            <a:r>
              <a:rPr lang="en-IN" kern="100" dirty="0" err="1">
                <a:solidFill>
                  <a:prstClr val="black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</a:t>
            </a:r>
            <a:r>
              <a:rPr lang="en-IN" kern="100" dirty="0">
                <a:solidFill>
                  <a:prstClr val="black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    4KM22EC006</a:t>
            </a:r>
            <a:endParaRPr lang="en-IN" kern="100" dirty="0">
              <a:solidFill>
                <a:prstClr val="black"/>
              </a:solidFill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kern="100" dirty="0">
                <a:solidFill>
                  <a:prstClr val="black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Mr. Suprith M U       4KM22EC007</a:t>
            </a:r>
            <a:endParaRPr lang="en-IN" kern="100" dirty="0">
              <a:solidFill>
                <a:prstClr val="black"/>
              </a:solidFill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kern="100" dirty="0">
                <a:solidFill>
                  <a:prstClr val="black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Ms. Vinushree A </a:t>
            </a:r>
            <a:r>
              <a:rPr lang="en-IN" kern="100" dirty="0" err="1">
                <a:solidFill>
                  <a:prstClr val="black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</a:t>
            </a:r>
            <a:r>
              <a:rPr lang="en-IN" kern="100" dirty="0">
                <a:solidFill>
                  <a:prstClr val="black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4KM22EC008</a:t>
            </a:r>
            <a:endParaRPr lang="en-IN" kern="100" dirty="0">
              <a:solidFill>
                <a:prstClr val="black"/>
              </a:solidFill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IN" dirty="0">
                <a:solidFill>
                  <a:prstClr val="black"/>
                </a:solidFill>
                <a:latin typeface="Times New Roman" panose="02020603050405020304" pitchFamily="18" charset="0"/>
                <a:ea typeface="Aptos" panose="020B0004020202020204" pitchFamily="34" charset="0"/>
              </a:rPr>
              <a:t>Ms. Suraj Chavan     4KM23EC400</a:t>
            </a:r>
            <a:endParaRPr lang="en-IN" dirty="0">
              <a:solidFill>
                <a:prstClr val="black"/>
              </a:solidFill>
            </a:endParaRPr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F3D0806-6920-C2DC-1255-F621CDD299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4634" y="754927"/>
            <a:ext cx="1264356" cy="153506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58CB04A-C922-59E0-C1CB-1F92967235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402" y="777251"/>
            <a:ext cx="1342362" cy="1535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779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6D0589E-3B88-8D1D-6200-39AB175E8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5716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TOPICS TO BE DISCUSSED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3E3FBA67-04BE-3F87-3595-A47C17D8DC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890" y="794774"/>
            <a:ext cx="10515600" cy="5852160"/>
          </a:xfrm>
        </p:spPr>
        <p:txBody>
          <a:bodyPr>
            <a:noAutofit/>
          </a:bodyPr>
          <a:lstStyle/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RISC-V OVERVIEW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PICO-RV32 PROCESSOR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 startAt="6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 AND TESTING RESULTS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 startAt="6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 startAt="6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 startAt="6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FUTURE SCOPE</a:t>
            </a:r>
          </a:p>
          <a:p>
            <a:pPr marL="971550" lvl="1" indent="-514350">
              <a:lnSpc>
                <a:spcPct val="200000"/>
              </a:lnSpc>
              <a:buFont typeface="+mj-lt"/>
              <a:buAutoNum type="romanLcPeriod"/>
            </a:pP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>
              <a:lnSpc>
                <a:spcPct val="200000"/>
              </a:lnSpc>
              <a:buFont typeface="+mj-lt"/>
              <a:buAutoNum type="romanLcPeriod"/>
            </a:pP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600" dirty="0"/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4765339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4CD30-8C53-8C5F-2861-CC225165E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770" y="72430"/>
            <a:ext cx="10515600" cy="1087120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1077B4-8ACF-B136-4E0B-783E5A63F7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5770" y="1552842"/>
            <a:ext cx="10515600" cy="3952240"/>
          </a:xfrm>
        </p:spPr>
        <p:txBody>
          <a:bodyPr>
            <a:normAutofit fontScale="92500" lnSpcReduction="20000"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Modern electronic devices use a processor and memory for computation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Proper communication between them is essential for system operation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Before making real hardware, industry verifies designs through simulation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Our project simulates a small System on Chip (SoC) using the PicoRV32 RISC-V processor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goal is to understand how a CPU fetches instructions and accesses memory internally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850499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EFA97-0D17-598D-6974-6058FCB60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280" y="351995"/>
            <a:ext cx="10515600" cy="1463039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RISC-V OVERVIEW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93E1A3-74FF-898C-1B86-B34C421FCE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2280" y="1507285"/>
            <a:ext cx="10515600" cy="4267200"/>
          </a:xfrm>
        </p:spPr>
        <p:txBody>
          <a:bodyPr>
            <a:normAutofit fontScale="92500" lnSpcReduction="20000"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RISC-V is an open-source processor instruction set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license cost or restrictions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Allows anyone to design and modify CPUs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Supports small microcontrollers to high performance processors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Widely used in education, research, and semiconductor industry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Ideal for teaching and learning processor architecture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604676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11DD8-A854-28EE-053E-74825B793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210" y="125412"/>
            <a:ext cx="10515600" cy="1500188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PICO-RV32 PROCESSOR</a:t>
            </a:r>
            <a:b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6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A40663-3467-0607-B2C5-2D2D8E1E8C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7210" y="1465989"/>
            <a:ext cx="10515600" cy="4535171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•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PicoRV32 is a small and lightweight RISC-V CPU core</a:t>
            </a:r>
          </a:p>
          <a:p>
            <a:b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Supports basic 32-bit RISC-V instructions</a:t>
            </a:r>
          </a:p>
          <a:p>
            <a:b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Performs arithmetic, branching, load and store operations</a:t>
            </a:r>
          </a:p>
          <a:p>
            <a:b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Uses simple handshake signals to communicate with external memory</a:t>
            </a:r>
          </a:p>
          <a:p>
            <a:b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Easy to integrate with custom controllers and test in simulation</a:t>
            </a:r>
          </a:p>
          <a:p>
            <a:b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Open-source design, commonly used in education and SoC projects</a:t>
            </a:r>
          </a:p>
          <a:p>
            <a:b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Selected in our project for its simplicity and flexibility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319949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9CE1B-A060-E529-B8B9-6D2029A3B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5210" y="426721"/>
            <a:ext cx="10515600" cy="1361440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  <a:b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6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EBBDD3-EFCC-FEA8-2D92-09382F348A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1320801"/>
            <a:ext cx="10515600" cy="4768850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D04CC9-E167-5E41-FBDC-46ACB919CE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550" y="1330633"/>
            <a:ext cx="9443557" cy="47688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27012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E28E7-E8A5-87FF-3B7D-0E3BC80E3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00617"/>
            <a:ext cx="10515600" cy="1269998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 EXPLANATION</a:t>
            </a:r>
            <a:endParaRPr lang="en-IN" sz="36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D7CB31-F497-8F61-176A-685C8CC573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1486758"/>
            <a:ext cx="10515600" cy="5083811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CPU sends read/write requests and addresses</a:t>
            </a:r>
          </a:p>
          <a:p>
            <a:b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Adapter converts CPU format to DDR compatible format</a:t>
            </a:r>
          </a:p>
          <a:p>
            <a:b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Controller manages timing and performs memory operations</a:t>
            </a:r>
          </a:p>
          <a:p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DDR Model stores instructions/data during simulation</a:t>
            </a:r>
          </a:p>
          <a:p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Testbench provides clock, reset, and program memory</a:t>
            </a:r>
          </a:p>
          <a:p>
            <a:b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Verified complete instruction fetch and data transfer in simulation</a:t>
            </a:r>
          </a:p>
          <a:p>
            <a:b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977142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4508B-81E0-AA99-7717-B13ECEAC2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10378"/>
            <a:ext cx="10515600" cy="108426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b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b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PROGRAM.MEM INPUT</a:t>
            </a:r>
            <a:endParaRPr lang="en-IN" sz="36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B402C3-F552-927B-A7BE-26A5C3BA31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773412"/>
            <a:ext cx="10515600" cy="447421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 FILE CREATION AND INTEGRATION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noProof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echo 222222b7&gt;&gt;program.mem</a:t>
            </a:r>
          </a:p>
          <a:p>
            <a:r>
              <a:rPr lang="en-IN" noProof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echo 22228293&gt;&gt;program.mem</a:t>
            </a:r>
          </a:p>
          <a:p>
            <a:r>
              <a:rPr lang="en-IN" noProof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echo 00502823&gt;&gt;program.mem</a:t>
            </a:r>
          </a:p>
          <a:p>
            <a:r>
              <a:rPr lang="en-IN" noProof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echo 01002283&gt;&gt;program.mem</a:t>
            </a:r>
          </a:p>
          <a:p>
            <a:r>
              <a:rPr lang="en-IN" noProof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echo 0000006f&gt;&gt;program.mem</a:t>
            </a:r>
          </a:p>
          <a:p>
            <a:r>
              <a:rPr lang="en-IN" noProof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echo 00000013&gt;&gt;program.mem</a:t>
            </a:r>
          </a:p>
          <a:p>
            <a:r>
              <a:rPr lang="en-IN" noProof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echo 00000013&gt;&gt;program.mem</a:t>
            </a:r>
          </a:p>
          <a:p>
            <a:r>
              <a:rPr lang="en-IN" noProof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echo 00000013&gt;&gt;program.mem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53348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5A1BD-8DE5-70C9-6525-5AB93D30E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051" y="91770"/>
            <a:ext cx="11553190" cy="1500187"/>
          </a:xfrm>
        </p:spPr>
        <p:txBody>
          <a:bodyPr>
            <a:normAutofit fontScale="90000"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 BASED TESTBENCH OUTPUT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4C2333-DE61-9ED1-1305-16CC7EBE35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7051" y="924231"/>
            <a:ext cx="11998960" cy="5841999"/>
          </a:xfrm>
        </p:spPr>
        <p:txBody>
          <a:bodyPr>
            <a:normAutofit/>
          </a:bodyPr>
          <a:lstStyle/>
          <a:p>
            <a:r>
              <a:rPr lang="en-I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FIFO OUTPUT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• Testbench writes data into FIFO using write enable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• FIFO stores data sequentially (First-In First-Out behavior)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• Read enable retrieves data in the same order as written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• Waveform verifies correct FIFO operation under simulation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C5C011-BEE0-92F2-023B-4F459DEC1A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9232"/>
          <a:stretch>
            <a:fillRect/>
          </a:stretch>
        </p:blipFill>
        <p:spPr bwMode="auto">
          <a:xfrm>
            <a:off x="527051" y="1505085"/>
            <a:ext cx="11137898" cy="34446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922387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44F2E-0F47-C833-1A48-1F424083C6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435" y="81281"/>
            <a:ext cx="11073130" cy="640079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DDR MODEL OUTPUT</a:t>
            </a:r>
            <a:endParaRPr lang="en-IN" sz="32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F08B24-77BA-31A9-51EB-1673977E58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9434" y="933409"/>
            <a:ext cx="11073130" cy="5368291"/>
          </a:xfrm>
        </p:spPr>
        <p:txBody>
          <a:bodyPr>
            <a:normAutofit lnSpcReduction="10000"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• Testbench sends a read request to the DDR model                                                                      • DDR model accesses stored instruction/data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• After a small latency, DDR returns data on rd_data signal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• rd_valid indicates that the returned data is valid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• Waveform confirms correct memory read operation in simulation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36F928-4108-1222-D1F9-540D0CAEC1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436" y="1016327"/>
            <a:ext cx="11073130" cy="35261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146317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65329-AE12-6406-838E-7798F8F5E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738" y="113665"/>
            <a:ext cx="10515600" cy="635000"/>
          </a:xfrm>
        </p:spPr>
        <p:txBody>
          <a:bodyPr>
            <a:normAutofit fontScale="90000"/>
          </a:bodyPr>
          <a:lstStyle/>
          <a:p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MEM_CONTROLLER WAVWFORM</a:t>
            </a:r>
            <a:endParaRPr lang="en-IN" sz="36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63E318-35AA-E247-1EFC-4F1717579A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3997" y="1436821"/>
            <a:ext cx="11440160" cy="5015063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Receives read/write requests from CPU through signals</a:t>
            </a:r>
            <a:b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Generates control signals for DDR memory access</a:t>
            </a:r>
            <a:b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Handles timing delays and protocol sequencing</a:t>
            </a:r>
            <a:b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Returns read data to CPU after operation completes</a:t>
            </a:r>
            <a:b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Ensures reliable communication between CPU and memory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BA080D-3FA0-F2FC-9075-5296157953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798" b="14229"/>
          <a:stretch>
            <a:fillRect/>
          </a:stretch>
        </p:blipFill>
        <p:spPr bwMode="auto">
          <a:xfrm>
            <a:off x="671215" y="877816"/>
            <a:ext cx="11104225" cy="36636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889340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A0166-7F42-5DB5-4201-779ACA2B2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264" y="-196966"/>
            <a:ext cx="11562736" cy="1081547"/>
          </a:xfrm>
        </p:spPr>
        <p:txBody>
          <a:bodyPr>
            <a:norm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TOP_PICORV32_SYSTEM WAVEFORM</a:t>
            </a:r>
            <a:endParaRPr lang="en-IN" sz="32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8FECD-9DE7-18EB-9BC8-29F496A5C5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264" y="1093303"/>
            <a:ext cx="11401038" cy="5764697"/>
          </a:xfrm>
        </p:spPr>
        <p:txBody>
          <a:bodyPr>
            <a:normAutofit lnSpcReduction="10000"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CPU fetches instructions from DDR memory via controller and adapter</a:t>
            </a:r>
            <a:b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Handshake signals (mem_valid, mem_ready) control data transfer</a:t>
            </a:r>
            <a:b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Instruction and data values appear correctly on read data lines</a:t>
            </a:r>
            <a:b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Timing sequence confirms proper read and execution flow</a:t>
            </a:r>
            <a:b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Demonstrates complete end to end communication in simulation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639D0A-79D7-5EC7-78B2-75A5A0B7AF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242"/>
          <a:stretch>
            <a:fillRect/>
          </a:stretch>
        </p:blipFill>
        <p:spPr bwMode="auto">
          <a:xfrm>
            <a:off x="629265" y="1034734"/>
            <a:ext cx="11155232" cy="36774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331371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F7510-A7A8-6737-42D5-7FC329EDB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4628" y="0"/>
            <a:ext cx="10770980" cy="1305064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APPLICATION</a:t>
            </a:r>
            <a:b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600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78BFDB-6051-AF7F-E4D5-01838DF637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1423" y="737527"/>
            <a:ext cx="11069154" cy="5933661"/>
          </a:xfrm>
        </p:spPr>
        <p:txBody>
          <a:bodyPr>
            <a:noAutofit/>
          </a:bodyPr>
          <a:lstStyle/>
          <a:p>
            <a:r>
              <a:rPr lang="en-I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endParaRPr lang="en-IN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b="1" noProof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 Source and License Free: </a:t>
            </a:r>
            <a:r>
              <a:rPr lang="en-US" sz="2000" noProof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Built on the open RISC-V architecture using freely available tools, eliminating licensing and proprietary constraints.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b="1" noProof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Modular and Scalable Architecture: </a:t>
            </a:r>
            <a:r>
              <a:rPr lang="en-US" sz="2000" noProof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CPU, memory adapter, controller, and DDR modules are independent, allowing easy modification or upgrades without affecting the entire system.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b="1" noProof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Easy Simulation and Debugging: </a:t>
            </a:r>
            <a:r>
              <a:rPr lang="en-US" sz="2000" noProof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Complete signal visibility through waveform analysis in tools like Vivado makes debugging and learning very effective.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b="1" noProof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 Resource and Cost Efficient: </a:t>
            </a:r>
            <a:r>
              <a:rPr lang="en-US" sz="2000" noProof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Requires minimal hardware and computational resources, making it ideal for students and academic institutions</a:t>
            </a:r>
            <a:r>
              <a:rPr lang="en-US" sz="2000" b="1" noProof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b="1" noProof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End-to-End SoC Learning Platform: </a:t>
            </a:r>
            <a:r>
              <a:rPr lang="en-US" sz="2000" noProof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Provides practical understanding of the full SoC flow, from instruction execution to memory access, similar to industrial designs.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7618290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9CA9F-9DDD-9F51-F502-9247E3D49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214" y="0"/>
            <a:ext cx="10515600" cy="1152939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</a:t>
            </a:r>
            <a:endParaRPr lang="en-IN" sz="32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DCAEB3-696D-A0C9-B6D4-414D82D6E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3372" y="1341784"/>
            <a:ext cx="10515600" cy="4837320"/>
          </a:xfrm>
        </p:spPr>
        <p:txBody>
          <a:bodyPr>
            <a:no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Embedded SoC Development: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Can be used as a base platform for designing custom embedded processors for control and monitoring systems.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FPGA Based Microcontroller Design: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Easily portable to FPGA boards to create low-cost and customizable microcontroller solutions.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RISC-V Education and Research: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Highly suitable for teaching processor architecture, memory interfacing, and SoC concepts in universities.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IoT Edge Processing Systems: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With minor extensions, the design can support lightweight computation for IoT edge devices.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Verification and Prototyping Platform: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Acts as a reusable testbench for experimenting with new instruction sets, memory models, or architectural enhancements.</a:t>
            </a:r>
          </a:p>
          <a:p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13996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449D5-F6B6-0DBB-B245-F673A12A1AA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409440" y="457359"/>
            <a:ext cx="3373120" cy="893762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D86BA2-0070-8DEF-2786-D5A483A4CF03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685800" y="1351121"/>
            <a:ext cx="10820400" cy="4561840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PicoRV32-based SoC was successfully designed and simulated using SystemVerilog on the Vivado environment.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End-to-End communication between CPU, memory adapter, memory controller, and DDR model was verified through waveform analysis.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instruction fetch and memory read/write operations were validated using handshake signals, proving correct functional behavior.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modular architecture allowed individual testing of each block (FIFO, controller, DDR model) before integration.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project demonstrates a realistic </a:t>
            </a: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pre-silicon verification approach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similar to how SoCs are tested in industry before hardware fabrication.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1486112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E2F0E-18AA-1E9E-315C-6EB6E5A38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0473" y="-89451"/>
            <a:ext cx="3810994" cy="1093304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FUTURESCOPE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54A9CD-E569-C5F4-9564-B66D9550D3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8170" y="1003853"/>
            <a:ext cx="10515600" cy="5701747"/>
          </a:xfrm>
        </p:spPr>
        <p:txBody>
          <a:bodyPr>
            <a:no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 Implementation: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design can be implemented on FPGA boards (e.g., Artix-7, Cyclone V) for real-time execution and performance evaluation.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Peripheral Expansion: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Additional modules like UART, SPI, I2C, GPIO, and timers can be integrated for embedded system applications.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 DDR Controller Integration: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Behavioral DDR model can be replaced with a cycle-accurate DDR controller with burst, refresh, and timing support.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&amp; OS Support: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Support for C programs and lightweight operating systems (like FreeRTOS) can enable practical application development.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IoT &amp; Edge Use-Cases: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 small power footprint and open-source CPU, the platform can be adapted for IoT nodes, microcontrollers, and edge processing systems.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69542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78FFFDF-B52D-8CE3-3B6E-BEFE51568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27760"/>
            <a:ext cx="10515600" cy="4145280"/>
          </a:xfrm>
        </p:spPr>
        <p:txBody>
          <a:bodyPr>
            <a:normAutofit/>
          </a:bodyPr>
          <a:lstStyle/>
          <a:p>
            <a:r>
              <a:rPr lang="en-IN" sz="9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THANK YOU</a:t>
            </a:r>
          </a:p>
        </p:txBody>
      </p:sp>
    </p:spTree>
    <p:extLst>
      <p:ext uri="{BB962C8B-B14F-4D97-AF65-F5344CB8AC3E}">
        <p14:creationId xmlns:p14="http://schemas.microsoft.com/office/powerpoint/2010/main" val="12398730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294</TotalTime>
  <Words>1088</Words>
  <Application>Microsoft Office PowerPoint</Application>
  <PresentationFormat>Widescreen</PresentationFormat>
  <Paragraphs>145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Aptos</vt:lpstr>
      <vt:lpstr>Arial</vt:lpstr>
      <vt:lpstr>Calibri</vt:lpstr>
      <vt:lpstr>Calibri Light</vt:lpstr>
      <vt:lpstr>Times New Roman</vt:lpstr>
      <vt:lpstr>Wingdings</vt:lpstr>
      <vt:lpstr>Office Theme</vt:lpstr>
      <vt:lpstr>KARAVALI INSTITUTE OF TECNOLOGY</vt:lpstr>
      <vt:lpstr>TOPICS TO BE DISCUSSED</vt:lpstr>
      <vt:lpstr>INTRODUCTION</vt:lpstr>
      <vt:lpstr>RISC-V OVERVIEW </vt:lpstr>
      <vt:lpstr>PICO-RV32 PROCESSOR </vt:lpstr>
      <vt:lpstr>SYSTEM ARCHITECTURE </vt:lpstr>
      <vt:lpstr>SYSTEM ARCHITECTURE EXPLANATION</vt:lpstr>
      <vt:lpstr>         MODULE DESCRIPTION  PROGRAM.MEM INPUT</vt:lpstr>
      <vt:lpstr>SIMULATION BASED TESTBENCH OUTPUT </vt:lpstr>
      <vt:lpstr>DDR MODEL OUTPUT</vt:lpstr>
      <vt:lpstr> MEM_CONTROLLER WAVWFORM</vt:lpstr>
      <vt:lpstr>TOP_PICORV32_SYSTEM WAVEFORM</vt:lpstr>
      <vt:lpstr>ADVANTAGES &amp; APPLICATION </vt:lpstr>
      <vt:lpstr>APPLICATION</vt:lpstr>
      <vt:lpstr>CONCLUTION</vt:lpstr>
      <vt:lpstr>FUTURESCOPE</vt:lpstr>
      <vt:lpstr>     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Mahamad Sahil B H</dc:creator>
  <cp:lastModifiedBy>Suprith M U</cp:lastModifiedBy>
  <cp:revision>8</cp:revision>
  <dcterms:created xsi:type="dcterms:W3CDTF">2026-01-08T05:11:26Z</dcterms:created>
  <dcterms:modified xsi:type="dcterms:W3CDTF">2026-01-09T17:45:59Z</dcterms:modified>
</cp:coreProperties>
</file>